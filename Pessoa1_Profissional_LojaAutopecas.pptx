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1. Criação do Banco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13232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Código:</a:t>
            </a:r>
            <a:br/>
            <a:r>
              <a:t>CREATE DATABASE IF NOT EXISTS LojaAutopecas;</a:t>
            </a:r>
            <a:br/>
            <a:r>
              <a:t>USE LojaAutopecas;</a:t>
            </a:r>
            <a:br/>
            <a:br/>
            <a:r>
              <a:t>• Cria o banco de dados.</a:t>
            </a:r>
            <a:br/>
            <a:r>
              <a:t>• Seleciona o banco para uso.</a:t>
            </a:r>
            <a:br/>
            <a:br/>
            <a:r>
              <a:t>Analogia: criar uma pasta e começar a guardar os dados.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914400"/>
            <a:ext cx="3200400" cy="5303520"/>
          </a:xfrm>
          <a:prstGeom prst="roundRect">
            <a:avLst/>
          </a:prstGeom>
          <a:solidFill>
            <a:srgbClr val="1C56A0"/>
          </a:solidFill>
          <a:ln>
            <a:solidFill>
              <a:srgbClr val="1C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Loja Autopeças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Apresentação SQL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Pessoa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2. Tabelas Básicas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13232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Código:</a:t>
            </a:r>
            <a:br/>
            <a:r>
              <a:t>CREATE TABLE Cliente(...)</a:t>
            </a:r>
            <a:br/>
            <a:r>
              <a:t>CREATE TABLE Funcionario(...)</a:t>
            </a:r>
            <a:br/>
            <a:r>
              <a:t>CREATE TABLE Fornecedor(...)</a:t>
            </a:r>
            <a:br/>
            <a:r>
              <a:t>CREATE TABLE Categoria(...)</a:t>
            </a:r>
            <a:br/>
            <a:br/>
            <a:r>
              <a:t>Cada tabela armazena um tipo de informação.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914400"/>
            <a:ext cx="3200400" cy="5303520"/>
          </a:xfrm>
          <a:prstGeom prst="roundRect">
            <a:avLst/>
          </a:prstGeom>
          <a:solidFill>
            <a:srgbClr val="1C56A0"/>
          </a:solidFill>
          <a:ln>
            <a:solidFill>
              <a:srgbClr val="1C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Loja Autopeças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Apresentação SQL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Pessoa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3. Estrutura das Tabelas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13232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Trecho:</a:t>
            </a:r>
            <a:br/>
            <a:r>
              <a:t>id_cliente INT AUTO_INCREMENT PRIMARY KEY</a:t>
            </a:r>
            <a:br/>
            <a:r>
              <a:t>nome VARCHAR(100) NOT NULL</a:t>
            </a:r>
            <a:br/>
            <a:r>
              <a:t>telefone VARCHAR(20)</a:t>
            </a:r>
            <a:br/>
            <a:r>
              <a:t>email VARCHAR(100)</a:t>
            </a:r>
            <a:br/>
            <a:br/>
            <a:r>
              <a:t>INT=número</a:t>
            </a:r>
            <a:br/>
            <a:r>
              <a:t>VARCHAR=texto</a:t>
            </a:r>
            <a:br/>
            <a:r>
              <a:t>PRIMARY KEY=identificador</a:t>
            </a:r>
            <a:br/>
            <a:r>
              <a:t>AUTO_INCREMENT=ID automático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914400"/>
            <a:ext cx="3200400" cy="5303520"/>
          </a:xfrm>
          <a:prstGeom prst="roundRect">
            <a:avLst/>
          </a:prstGeom>
          <a:solidFill>
            <a:srgbClr val="1C56A0"/>
          </a:solidFill>
          <a:ln>
            <a:solidFill>
              <a:srgbClr val="1C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Loja Autopeças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Apresentação SQL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Pessoa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4. Resumo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13232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Nesta etapa foi criada toda a estrutura do banco.</a:t>
            </a:r>
            <a:br/>
            <a:br/>
            <a:r>
              <a:t>✔ Banco de dados</a:t>
            </a:r>
            <a:br/>
            <a:r>
              <a:t>✔ Tabelas</a:t>
            </a:r>
            <a:br/>
            <a:r>
              <a:t>✔ Campos</a:t>
            </a:r>
            <a:br/>
            <a:r>
              <a:t>✔ Tipos de dados</a:t>
            </a:r>
            <a:br/>
            <a:br/>
            <a:r>
              <a:t>Próxima etapa: relacionamentos.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914400"/>
            <a:ext cx="3200400" cy="5303520"/>
          </a:xfrm>
          <a:prstGeom prst="roundRect">
            <a:avLst/>
          </a:prstGeom>
          <a:solidFill>
            <a:srgbClr val="1C56A0"/>
          </a:solidFill>
          <a:ln>
            <a:solidFill>
              <a:srgbClr val="1C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Loja Autopeças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Apresentação SQL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Pessoa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